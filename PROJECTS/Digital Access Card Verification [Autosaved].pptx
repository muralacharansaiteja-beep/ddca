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3" r:id="rId3"/>
    <p:sldId id="262" r:id="rId4"/>
    <p:sldId id="257" r:id="rId5"/>
    <p:sldId id="258" r:id="rId6"/>
    <p:sldId id="264" r:id="rId7"/>
    <p:sldId id="259" r:id="rId8"/>
    <p:sldId id="260" r:id="rId9"/>
    <p:sldId id="261" r:id="rId10"/>
    <p:sldId id="272" r:id="rId11"/>
    <p:sldId id="27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B9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1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18E051-F562-4CEA-B488-7C5078B2F2B2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A77551-CAC7-4AEA-B86E-2C01326B69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2464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47A2D-59C1-B7AE-D9B5-D3267AC9C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54AE98-3DF2-CBAB-2C61-A1C1C29167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8ACB92-AB03-91D7-11A9-8921CA09A4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617435-B1EC-9DA4-8615-6E35708960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305045-968D-48AB-8544-FEA8D75E88E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8397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E0E64-DA24-119E-29B6-7E07C8120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0B67CC-3AB6-5970-0608-80A63755A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0B9CB5-505E-87B4-C9FA-48CBE19673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7ABD4-1D11-D4E5-E991-2DB832F600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305045-968D-48AB-8544-FEA8D75E88E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317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1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F397627B-373C-CE83-6897-5590F5D5C5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39883" y1="51818" x2="39883" y2="51818"/>
                        <a14:foregroundMark x1="43191" y1="42727" x2="43191" y2="42727"/>
                        <a14:foregroundMark x1="49611" y1="38485" x2="49611" y2="38485"/>
                        <a14:foregroundMark x1="55642" y1="26364" x2="55642" y2="26364"/>
                        <a14:foregroundMark x1="66342" y1="35152" x2="66342" y2="35152"/>
                        <a14:foregroundMark x1="73735" y1="49394" x2="73735" y2="49394"/>
                        <a14:foregroundMark x1="61479" y1="69394" x2="61479" y2="69394"/>
                        <a14:foregroundMark x1="59728" y1="66061" x2="59728" y2="66061"/>
                        <a14:foregroundMark x1="59728" y1="62121" x2="59728" y2="62121"/>
                        <a14:foregroundMark x1="59728" y1="77273" x2="59728" y2="77273"/>
                        <a14:foregroundMark x1="57782" y1="89394" x2="57782" y2="89394"/>
                        <a14:foregroundMark x1="62840" y1="74545" x2="62840" y2="74545"/>
                        <a14:foregroundMark x1="58949" y1="66970" x2="58949" y2="66970"/>
                        <a14:foregroundMark x1="63230" y1="74545" x2="63230" y2="7454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58773" y="1745671"/>
            <a:ext cx="5274454" cy="33863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681079-D7CE-86FD-6201-B87C34E6C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F6C26A-44F7-455E-84DC-6B64539E7FBF}"/>
              </a:ext>
            </a:extLst>
          </p:cNvPr>
          <p:cNvSpPr txBox="1"/>
          <p:nvPr/>
        </p:nvSpPr>
        <p:spPr>
          <a:xfrm>
            <a:off x="4813003" y="2596193"/>
            <a:ext cx="25659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b="1" dirty="0" err="1">
                <a:solidFill>
                  <a:schemeClr val="bg1"/>
                </a:solidFill>
                <a:latin typeface="Agency FB" panose="020B0503020202020204" pitchFamily="34" charset="0"/>
              </a:rPr>
              <a:t>DedSec</a:t>
            </a:r>
            <a:r>
              <a:rPr lang="en-IN" sz="6000" dirty="0">
                <a:solidFill>
                  <a:schemeClr val="bg1"/>
                </a:solidFill>
              </a:rPr>
              <a:t> 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116BBB1-95FD-A8C2-8F9F-77DCA17013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60117" y1="63939" x2="60117" y2="63939"/>
                        <a14:foregroundMark x1="57588" y1="60909" x2="57588" y2="60909"/>
                        <a14:foregroundMark x1="59339" y1="69394" x2="59339" y2="69394"/>
                        <a14:foregroundMark x1="59339" y1="79394" x2="59339" y2="79394"/>
                        <a14:foregroundMark x1="61479" y1="72424" x2="61479" y2="72424"/>
                        <a14:foregroundMark x1="61089" y1="84848" x2="61089" y2="8484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61833" y="916219"/>
            <a:ext cx="3264068" cy="20956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C0E9B55-4527-A8DF-CC4F-1CFAA8BD127D}"/>
              </a:ext>
            </a:extLst>
          </p:cNvPr>
          <p:cNvSpPr txBox="1"/>
          <p:nvPr/>
        </p:nvSpPr>
        <p:spPr>
          <a:xfrm>
            <a:off x="3808395" y="3449476"/>
            <a:ext cx="4424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>
                <a:solidFill>
                  <a:srgbClr val="38BDF8"/>
                </a:solidFill>
                <a:latin typeface="Poppins SemiBold"/>
              </a:rPr>
              <a:t>Team members:</a:t>
            </a:r>
            <a:endParaRPr lang="en-IN" sz="2400" b="0" i="0" u="none" dirty="0">
              <a:solidFill>
                <a:srgbClr val="38BDF8"/>
              </a:solidFill>
              <a:latin typeface="Poppins SemiBol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AA1489-ADA4-45A3-6237-0875A5929869}"/>
              </a:ext>
            </a:extLst>
          </p:cNvPr>
          <p:cNvSpPr txBox="1"/>
          <p:nvPr/>
        </p:nvSpPr>
        <p:spPr>
          <a:xfrm>
            <a:off x="1932091" y="4459538"/>
            <a:ext cx="60976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  <a:latin typeface="Agency FB" panose="020B0503020202020204" pitchFamily="34" charset="0"/>
              </a:rPr>
              <a:t>Geethika - 2620030370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FF4FA4-36F1-DA95-83C2-A954F640D219}"/>
              </a:ext>
            </a:extLst>
          </p:cNvPr>
          <p:cNvSpPr txBox="1"/>
          <p:nvPr/>
        </p:nvSpPr>
        <p:spPr>
          <a:xfrm>
            <a:off x="4330192" y="4981150"/>
            <a:ext cx="60976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  <a:latin typeface="Agency FB" panose="020B0503020202020204" pitchFamily="34" charset="0"/>
              </a:rPr>
              <a:t>Tejaswi - 2620030364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4CE8A0-FF73-D0AE-FED0-402A144CAF19}"/>
              </a:ext>
            </a:extLst>
          </p:cNvPr>
          <p:cNvSpPr txBox="1"/>
          <p:nvPr/>
        </p:nvSpPr>
        <p:spPr>
          <a:xfrm>
            <a:off x="1850829" y="4964380"/>
            <a:ext cx="60976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  <a:latin typeface="Agency FB" panose="020B0503020202020204" pitchFamily="34" charset="0"/>
              </a:rPr>
              <a:t>Haasini-2620030546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8067CB-238A-05B0-9FD3-69A12E4002C8}"/>
              </a:ext>
            </a:extLst>
          </p:cNvPr>
          <p:cNvSpPr txBox="1"/>
          <p:nvPr/>
        </p:nvSpPr>
        <p:spPr>
          <a:xfrm>
            <a:off x="2971618" y="3982580"/>
            <a:ext cx="60976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  <a:latin typeface="Agency FB" panose="020B0503020202020204" pitchFamily="34" charset="0"/>
              </a:rPr>
              <a:t>Sriram deep - 2620030605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85366A2-3DF8-86CB-4251-C70C41D20C30}"/>
              </a:ext>
            </a:extLst>
          </p:cNvPr>
          <p:cNvSpPr txBox="1"/>
          <p:nvPr/>
        </p:nvSpPr>
        <p:spPr>
          <a:xfrm>
            <a:off x="4162305" y="4459538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  <a:latin typeface="Agency FB" panose="020B0503020202020204" pitchFamily="34" charset="0"/>
              </a:rPr>
              <a:t>Charan-2620030617</a:t>
            </a:r>
          </a:p>
        </p:txBody>
      </p:sp>
    </p:spTree>
    <p:extLst>
      <p:ext uri="{BB962C8B-B14F-4D97-AF65-F5344CB8AC3E}">
        <p14:creationId xmlns:p14="http://schemas.microsoft.com/office/powerpoint/2010/main" val="2638414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BAD144-0FD1-4942-C047-B47BB9CE8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8E09A3-EF1B-1B0F-9A5A-4FAF3AE61456}"/>
              </a:ext>
            </a:extLst>
          </p:cNvPr>
          <p:cNvSpPr txBox="1"/>
          <p:nvPr/>
        </p:nvSpPr>
        <p:spPr>
          <a:xfrm>
            <a:off x="2285523" y="1658612"/>
            <a:ext cx="7620952" cy="19645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156"/>
              </a:lnSpc>
            </a:pPr>
            <a:r>
              <a:rPr sz="4125" b="1" i="0" u="none" dirty="0">
                <a:solidFill>
                  <a:srgbClr val="F8FAFC"/>
                </a:solidFill>
                <a:latin typeface="Poppins"/>
              </a:rPr>
              <a:t>Design and Simulation of a</a:t>
            </a:r>
            <a:r>
              <a:rPr dirty="0"/>
              <a:t>
</a:t>
            </a:r>
            <a:r>
              <a:rPr sz="4125" b="1" i="0" u="none" dirty="0">
                <a:solidFill>
                  <a:srgbClr val="38BDF8"/>
                </a:solidFill>
                <a:latin typeface="Poppins"/>
              </a:rPr>
              <a:t>Digital Access Card</a:t>
            </a:r>
            <a:r>
              <a:rPr dirty="0"/>
              <a:t>
</a:t>
            </a:r>
            <a:r>
              <a:rPr sz="4125" b="1" i="0" u="none" dirty="0">
                <a:solidFill>
                  <a:srgbClr val="F8FAFC"/>
                </a:solidFill>
                <a:latin typeface="Poppins"/>
              </a:rPr>
              <a:t> Verification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3DF69D-EBCF-F1DF-A969-A6A3CEB6996C}"/>
              </a:ext>
            </a:extLst>
          </p:cNvPr>
          <p:cNvSpPr txBox="1"/>
          <p:nvPr/>
        </p:nvSpPr>
        <p:spPr>
          <a:xfrm>
            <a:off x="2881312" y="3700891"/>
            <a:ext cx="6429375" cy="3435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 dirty="0">
                <a:solidFill>
                  <a:schemeClr val="bg1"/>
                </a:solidFill>
                <a:latin typeface="Poppins"/>
              </a:rPr>
              <a:t>Using XOR/XNOR Logic for Combinational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5993755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99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943100"/>
            <a:ext cx="5238750" cy="400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952625"/>
            <a:ext cx="5219700" cy="398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38BDF8"/>
                </a:solidFill>
                <a:latin typeface="Poppins SemiBold"/>
              </a:rPr>
              <a:t>Abstract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305" y="1843087"/>
            <a:ext cx="1143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305" y="3886199"/>
            <a:ext cx="114300" cy="2000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707B39-8D4B-1F4E-5670-CEF1255B5564}"/>
              </a:ext>
            </a:extLst>
          </p:cNvPr>
          <p:cNvSpPr txBox="1"/>
          <p:nvPr/>
        </p:nvSpPr>
        <p:spPr>
          <a:xfrm>
            <a:off x="510130" y="1752565"/>
            <a:ext cx="615483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The </a:t>
            </a:r>
            <a:r>
              <a:rPr lang="en-IN" b="1" dirty="0">
                <a:solidFill>
                  <a:schemeClr val="bg1"/>
                </a:solidFill>
              </a:rPr>
              <a:t>Digital Access Card Verification System </a:t>
            </a:r>
          </a:p>
          <a:p>
            <a:r>
              <a:rPr lang="en-IN" b="1" dirty="0">
                <a:solidFill>
                  <a:schemeClr val="bg1"/>
                </a:solidFill>
              </a:rPr>
              <a:t>Using XOR/XNOR Logic</a:t>
            </a:r>
            <a:r>
              <a:rPr lang="en-IN" dirty="0">
                <a:solidFill>
                  <a:schemeClr val="bg1"/>
                </a:solidFill>
              </a:rPr>
              <a:t> is a digital security system </a:t>
            </a:r>
          </a:p>
          <a:p>
            <a:r>
              <a:rPr lang="en-IN" dirty="0">
                <a:solidFill>
                  <a:schemeClr val="bg1"/>
                </a:solidFill>
              </a:rPr>
              <a:t>designed to authenticate an access card by comparing </a:t>
            </a:r>
          </a:p>
          <a:p>
            <a:r>
              <a:rPr lang="en-IN" dirty="0">
                <a:solidFill>
                  <a:schemeClr val="bg1"/>
                </a:solidFill>
              </a:rPr>
              <a:t>its digital data with authorized data. The system uses </a:t>
            </a:r>
          </a:p>
          <a:p>
            <a:r>
              <a:rPr lang="en-IN" b="1" dirty="0">
                <a:solidFill>
                  <a:schemeClr val="bg1"/>
                </a:solidFill>
              </a:rPr>
              <a:t>XOR and XNOR gates</a:t>
            </a:r>
            <a:r>
              <a:rPr lang="en-IN" dirty="0">
                <a:solidFill>
                  <a:schemeClr val="bg1"/>
                </a:solidFill>
              </a:rPr>
              <a:t> to identify matching and different bits during verification.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0D466C-FAE4-451D-2F44-2C3C5DF06419}"/>
              </a:ext>
            </a:extLst>
          </p:cNvPr>
          <p:cNvSpPr txBox="1"/>
          <p:nvPr/>
        </p:nvSpPr>
        <p:spPr>
          <a:xfrm>
            <a:off x="531577" y="3811386"/>
            <a:ext cx="61559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chemeClr val="bg1"/>
                </a:solidFill>
              </a:rPr>
              <a:t>Its working is represented using </a:t>
            </a:r>
            <a:r>
              <a:rPr lang="en-IN" sz="1800" b="1" dirty="0">
                <a:solidFill>
                  <a:schemeClr val="bg1"/>
                </a:solidFill>
              </a:rPr>
              <a:t>truth tables and block diagrams</a:t>
            </a:r>
            <a:r>
              <a:rPr lang="en-IN" sz="1800" dirty="0">
                <a:solidFill>
                  <a:schemeClr val="bg1"/>
                </a:solidFill>
              </a:rPr>
              <a:t> to demonstrate the authentication process. The system can be designed and simulated using </a:t>
            </a:r>
            <a:r>
              <a:rPr lang="en-IN" sz="1800" b="1" dirty="0">
                <a:solidFill>
                  <a:schemeClr val="bg1"/>
                </a:solidFill>
              </a:rPr>
              <a:t>Logisim</a:t>
            </a:r>
            <a:r>
              <a:rPr lang="en-IN" sz="1800" dirty="0">
                <a:solidFill>
                  <a:schemeClr val="bg1"/>
                </a:solidFill>
              </a:rPr>
              <a:t>,</a:t>
            </a:r>
          </a:p>
          <a:p>
            <a:r>
              <a:rPr lang="en-IN" sz="1800" dirty="0">
                <a:solidFill>
                  <a:schemeClr val="bg1"/>
                </a:solidFill>
              </a:rPr>
              <a:t> with basic system requirements of </a:t>
            </a:r>
            <a:r>
              <a:rPr lang="en-IN" sz="1800" b="1" dirty="0">
                <a:solidFill>
                  <a:schemeClr val="bg1"/>
                </a:solidFill>
              </a:rPr>
              <a:t>8 GB RAM and 1 TB</a:t>
            </a:r>
          </a:p>
          <a:p>
            <a:r>
              <a:rPr lang="en-IN" sz="1800" b="1" dirty="0">
                <a:solidFill>
                  <a:schemeClr val="bg1"/>
                </a:solidFill>
              </a:rPr>
              <a:t> storage.</a:t>
            </a:r>
            <a:r>
              <a:rPr lang="en-IN" sz="1800" dirty="0">
                <a:solidFill>
                  <a:schemeClr val="bg1"/>
                </a:solidFill>
              </a:rPr>
              <a:t> The project demonstrates how digital logic gates </a:t>
            </a:r>
          </a:p>
          <a:p>
            <a:r>
              <a:rPr lang="en-IN" sz="1800" dirty="0">
                <a:solidFill>
                  <a:schemeClr val="bg1"/>
                </a:solidFill>
              </a:rPr>
              <a:t>can be applied to </a:t>
            </a:r>
            <a:r>
              <a:rPr lang="en-IN" sz="1800" b="1" dirty="0">
                <a:solidFill>
                  <a:schemeClr val="bg1"/>
                </a:solidFill>
              </a:rPr>
              <a:t>digital access control and authentication</a:t>
            </a:r>
            <a:r>
              <a:rPr lang="en-IN" sz="1800" dirty="0">
                <a:solidFill>
                  <a:schemeClr val="bg1"/>
                </a:solidFill>
              </a:rPr>
              <a:t>, providing a simple and reliable method for verifying</a:t>
            </a:r>
          </a:p>
          <a:p>
            <a:r>
              <a:rPr lang="en-IN" sz="1800" dirty="0">
                <a:solidFill>
                  <a:schemeClr val="bg1"/>
                </a:solidFill>
              </a:rPr>
              <a:t> authorized access.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1" y="1404937"/>
            <a:ext cx="5286375" cy="5362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3881" y="1404936"/>
            <a:ext cx="5286375" cy="5362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9875" y="2143125"/>
            <a:ext cx="809625" cy="8096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9391" y="3190875"/>
            <a:ext cx="4730591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50" b="0" i="0" u="none">
                <a:solidFill>
                  <a:srgbClr val="38BDF8"/>
                </a:solidFill>
                <a:latin typeface="Poppins SemiBold"/>
              </a:rPr>
              <a:t>Softwares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1990725"/>
            <a:ext cx="809625" cy="8096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12016" y="3038475"/>
            <a:ext cx="4730591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50" b="0" i="0" u="none">
                <a:solidFill>
                  <a:srgbClr val="38BDF8"/>
                </a:solidFill>
                <a:latin typeface="Poppins SemiBold"/>
              </a:rPr>
              <a:t>System Requirements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6087" y="2366962"/>
            <a:ext cx="457200" cy="3619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95400" y="3867150"/>
            <a:ext cx="41719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F8FAFC"/>
                </a:solidFill>
                <a:latin typeface="Poppins SemiBold"/>
              </a:rPr>
              <a:t>Logisim:</a:t>
            </a:r>
            <a:r>
              <a:rPr sz="1500" b="0" i="0" u="none" dirty="0">
                <a:solidFill>
                  <a:srgbClr val="CBD5E1"/>
                </a:solidFill>
                <a:latin typeface="Poppins"/>
              </a:rPr>
              <a:t> The primary educational tool utilized for visually designing and simulating digital logic circuits with an intuitive graphical interface.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400" y="5295900"/>
            <a:ext cx="41719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Poppins SemiBold"/>
              </a:rPr>
              <a:t>Ripes:</a:t>
            </a:r>
            <a:r>
              <a:rPr sz="1500" b="0" i="0" u="none">
                <a:solidFill>
                  <a:srgbClr val="CBD5E1"/>
                </a:solidFill>
                <a:latin typeface="Poppins"/>
              </a:rPr>
              <a:t> Used alongside Logisim as a visual computer architecture simulator and assembly code execution environment.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6337" y="2214562"/>
            <a:ext cx="361950" cy="3619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58025" y="3714750"/>
            <a:ext cx="41719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Poppins SemiBold"/>
              </a:rPr>
              <a:t>Storage Capacity:</a:t>
            </a:r>
            <a:r>
              <a:rPr sz="1500" b="0" i="0" u="none">
                <a:solidFill>
                  <a:srgbClr val="CBD5E1"/>
                </a:solidFill>
                <a:latin typeface="Poppins"/>
              </a:rPr>
              <a:t> 1 TB required for maintaining extensive software binaries, simulation logs, and archived project design files.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8025" y="5143500"/>
            <a:ext cx="41719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Poppins SemiBold"/>
              </a:rPr>
              <a:t>Memory (RAM):</a:t>
            </a:r>
            <a:r>
              <a:rPr sz="1500" b="0" i="0" u="none">
                <a:solidFill>
                  <a:srgbClr val="CBD5E1"/>
                </a:solidFill>
                <a:latin typeface="Poppins"/>
              </a:rPr>
              <a:t> 8 GB minimum requirement to ensure smooth and uninterrupted simulation of complex digital logic arrays.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38BDF8"/>
                </a:solidFill>
                <a:latin typeface="Poppins SemiBold"/>
              </a:rPr>
              <a:t>Softwares &amp; System Requirements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025" y="3886200"/>
            <a:ext cx="11430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025" y="5314950"/>
            <a:ext cx="114300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4650" y="3733800"/>
            <a:ext cx="114300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4650" y="5162550"/>
            <a:ext cx="114300" cy="200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ABDD55-07B1-2338-E4D9-450CF4EF8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DC7BBD01-3426-3EDF-22FB-3857EAF59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D10BE47B-D94F-F507-E293-5A3BD4217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1" y="1404937"/>
            <a:ext cx="5286375" cy="5362575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7F1BB863-515E-AE6E-D6FA-61558D6B3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3881" y="1404936"/>
            <a:ext cx="5286375" cy="5362575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E06BC1FE-407F-30C8-164E-6C784C5F2A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9875" y="2143125"/>
            <a:ext cx="809625" cy="8096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C59466-B1B2-A7E1-2D7C-1A18A0A52217}"/>
              </a:ext>
            </a:extLst>
          </p:cNvPr>
          <p:cNvSpPr txBox="1"/>
          <p:nvPr/>
        </p:nvSpPr>
        <p:spPr>
          <a:xfrm>
            <a:off x="849391" y="3190875"/>
            <a:ext cx="4730591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2250" dirty="0">
                <a:solidFill>
                  <a:srgbClr val="38BDF8"/>
                </a:solidFill>
                <a:latin typeface="Poppins SemiBold"/>
              </a:rPr>
              <a:t>Hardware</a:t>
            </a:r>
            <a:endParaRPr sz="2250" b="0" i="0" u="none" dirty="0">
              <a:solidFill>
                <a:srgbClr val="38BDF8"/>
              </a:solidFill>
              <a:latin typeface="Poppins SemiBold"/>
            </a:endParaRPr>
          </a:p>
        </p:txBody>
      </p:sp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A4438C47-AD6C-03E2-D61E-E07190FBF4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1990725"/>
            <a:ext cx="809625" cy="8096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B0608F-ADD6-66C4-F1A1-792C33329BE8}"/>
              </a:ext>
            </a:extLst>
          </p:cNvPr>
          <p:cNvSpPr txBox="1"/>
          <p:nvPr/>
        </p:nvSpPr>
        <p:spPr>
          <a:xfrm>
            <a:off x="6612016" y="3038475"/>
            <a:ext cx="4730591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2250" dirty="0">
                <a:solidFill>
                  <a:srgbClr val="38BDF8"/>
                </a:solidFill>
                <a:latin typeface="Poppins SemiBold"/>
              </a:rPr>
              <a:t>Applications</a:t>
            </a:r>
            <a:endParaRPr sz="2250" b="0" i="0" u="none" dirty="0">
              <a:solidFill>
                <a:srgbClr val="38BDF8"/>
              </a:solidFill>
              <a:latin typeface="Poppins Semi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9E1EAE-466E-0043-AEEA-5527FC602A3F}"/>
              </a:ext>
            </a:extLst>
          </p:cNvPr>
          <p:cNvSpPr txBox="1"/>
          <p:nvPr/>
        </p:nvSpPr>
        <p:spPr>
          <a:xfrm>
            <a:off x="1295400" y="3867150"/>
            <a:ext cx="4171950" cy="2492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/>
            <a:r>
              <a:rPr lang="en-IN" dirty="0">
                <a:solidFill>
                  <a:schemeClr val="bg1"/>
                </a:solidFill>
              </a:rPr>
              <a:t>4 switches for card-code input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XNOR gates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AND gate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LED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Resistors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Breadboard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Connecting wires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5V power supply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Logic ICs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DF20EA-3F4B-F6F1-4BA8-B5A5ED9D7F92}"/>
              </a:ext>
            </a:extLst>
          </p:cNvPr>
          <p:cNvSpPr txBox="1"/>
          <p:nvPr/>
        </p:nvSpPr>
        <p:spPr>
          <a:xfrm>
            <a:off x="7055034" y="3867150"/>
            <a:ext cx="4171950" cy="151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dirty="0">
                <a:solidFill>
                  <a:srgbClr val="F8FAFC"/>
                </a:solidFill>
                <a:latin typeface="Poppins SemiBold"/>
              </a:rPr>
              <a:t>Digital door locks </a:t>
            </a:r>
          </a:p>
          <a:p>
            <a:pPr>
              <a:lnSpc>
                <a:spcPts val="2400"/>
              </a:lnSpc>
            </a:pPr>
            <a:r>
              <a:rPr lang="en-US" dirty="0">
                <a:solidFill>
                  <a:srgbClr val="F8FAFC"/>
                </a:solidFill>
                <a:latin typeface="Poppins SemiBold"/>
              </a:rPr>
              <a:t>Electronic access systems</a:t>
            </a:r>
          </a:p>
          <a:p>
            <a:pPr>
              <a:lnSpc>
                <a:spcPts val="2400"/>
              </a:lnSpc>
            </a:pPr>
            <a:r>
              <a:rPr lang="en-US" dirty="0">
                <a:solidFill>
                  <a:srgbClr val="F8FAFC"/>
                </a:solidFill>
                <a:latin typeface="Poppins SemiBold"/>
              </a:rPr>
              <a:t>Card readers </a:t>
            </a:r>
          </a:p>
          <a:p>
            <a:pPr>
              <a:lnSpc>
                <a:spcPts val="2400"/>
              </a:lnSpc>
            </a:pPr>
            <a:r>
              <a:rPr lang="en-US" dirty="0">
                <a:solidFill>
                  <a:srgbClr val="F8FAFC"/>
                </a:solidFill>
                <a:latin typeface="Poppins SemiBold"/>
              </a:rPr>
              <a:t>Digital identification systems </a:t>
            </a:r>
          </a:p>
          <a:p>
            <a:pPr>
              <a:lnSpc>
                <a:spcPts val="2400"/>
              </a:lnSpc>
            </a:pPr>
            <a:r>
              <a:rPr lang="en-US" dirty="0">
                <a:solidFill>
                  <a:srgbClr val="F8FAFC"/>
                </a:solidFill>
                <a:latin typeface="Poppins SemiBold"/>
              </a:rPr>
              <a:t>Security-control circuits </a:t>
            </a:r>
            <a:endParaRPr lang="en-US" b="0" i="0" u="none" dirty="0">
              <a:solidFill>
                <a:srgbClr val="CBD5E1"/>
              </a:solidFill>
              <a:latin typeface="Poppin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E250EC-6569-4833-3670-06ABFC2613F3}"/>
              </a:ext>
            </a:extLst>
          </p:cNvPr>
          <p:cNvSpPr txBox="1"/>
          <p:nvPr/>
        </p:nvSpPr>
        <p:spPr>
          <a:xfrm>
            <a:off x="571500" y="571500"/>
            <a:ext cx="11601450" cy="5193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3375" dirty="0">
                <a:solidFill>
                  <a:srgbClr val="38BDF8"/>
                </a:solidFill>
                <a:latin typeface="Poppins SemiBold"/>
              </a:rPr>
              <a:t>Hardware components</a:t>
            </a:r>
            <a:r>
              <a:rPr sz="3375" b="0" i="0" u="none" dirty="0">
                <a:solidFill>
                  <a:srgbClr val="38BDF8"/>
                </a:solidFill>
                <a:latin typeface="Poppins SemiBold"/>
              </a:rPr>
              <a:t> &amp; </a:t>
            </a:r>
            <a:r>
              <a:rPr lang="en-IN" sz="3375" dirty="0">
                <a:solidFill>
                  <a:srgbClr val="38BDF8"/>
                </a:solidFill>
                <a:latin typeface="Poppins SemiBold"/>
              </a:rPr>
              <a:t>Applications</a:t>
            </a:r>
            <a:endParaRPr sz="3375" b="0" i="0" u="none" dirty="0">
              <a:solidFill>
                <a:srgbClr val="38BDF8"/>
              </a:solidFill>
              <a:latin typeface="Poppins SemiBold"/>
            </a:endParaRPr>
          </a:p>
        </p:txBody>
      </p:sp>
      <p:pic>
        <p:nvPicPr>
          <p:cNvPr id="16" name="Picture 15" descr="image.png">
            <a:extLst>
              <a:ext uri="{FF2B5EF4-FFF2-40B4-BE49-F238E27FC236}">
                <a16:creationId xmlns:a16="http://schemas.microsoft.com/office/drawing/2014/main" id="{6336A7BB-5B37-41D9-140F-EE5DAED105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" y="3886200"/>
            <a:ext cx="114300" cy="200025"/>
          </a:xfrm>
          <a:prstGeom prst="rect">
            <a:avLst/>
          </a:prstGeom>
        </p:spPr>
      </p:pic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83004B7F-B715-C79D-5B7C-58EBBBFB15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5262562"/>
            <a:ext cx="114300" cy="200025"/>
          </a:xfrm>
          <a:prstGeom prst="rect">
            <a:avLst/>
          </a:prstGeom>
        </p:spPr>
      </p:pic>
      <p:pic>
        <p:nvPicPr>
          <p:cNvPr id="18" name="Picture 17" descr="image.png">
            <a:extLst>
              <a:ext uri="{FF2B5EF4-FFF2-40B4-BE49-F238E27FC236}">
                <a16:creationId xmlns:a16="http://schemas.microsoft.com/office/drawing/2014/main" id="{C72B4598-2085-14DC-15CA-27087E3E46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1800" y="3886200"/>
            <a:ext cx="114300" cy="200025"/>
          </a:xfrm>
          <a:prstGeom prst="rect">
            <a:avLst/>
          </a:prstGeom>
        </p:spPr>
      </p:pic>
      <p:pic>
        <p:nvPicPr>
          <p:cNvPr id="19" name="Picture 18" descr="image.png">
            <a:extLst>
              <a:ext uri="{FF2B5EF4-FFF2-40B4-BE49-F238E27FC236}">
                <a16:creationId xmlns:a16="http://schemas.microsoft.com/office/drawing/2014/main" id="{6AA8287D-CB71-B6B2-776C-C08A9FC9FA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4882" y="5151437"/>
            <a:ext cx="114300" cy="200025"/>
          </a:xfrm>
          <a:prstGeom prst="rect">
            <a:avLst/>
          </a:prstGeom>
        </p:spPr>
      </p:pic>
      <p:pic>
        <p:nvPicPr>
          <p:cNvPr id="21" name="Picture 20" descr="image.png">
            <a:extLst>
              <a:ext uri="{FF2B5EF4-FFF2-40B4-BE49-F238E27FC236}">
                <a16:creationId xmlns:a16="http://schemas.microsoft.com/office/drawing/2014/main" id="{6E477928-1B78-71A0-A2CA-B155E618F2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016" y="4173855"/>
            <a:ext cx="114300" cy="200025"/>
          </a:xfrm>
          <a:prstGeom prst="rect">
            <a:avLst/>
          </a:prstGeom>
        </p:spPr>
      </p:pic>
      <p:pic>
        <p:nvPicPr>
          <p:cNvPr id="23" name="Picture 22" descr="image.png">
            <a:extLst>
              <a:ext uri="{FF2B5EF4-FFF2-40B4-BE49-F238E27FC236}">
                <a16:creationId xmlns:a16="http://schemas.microsoft.com/office/drawing/2014/main" id="{12019814-3901-0932-714F-D39C10690C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4456747"/>
            <a:ext cx="114300" cy="200025"/>
          </a:xfrm>
          <a:prstGeom prst="rect">
            <a:avLst/>
          </a:prstGeom>
        </p:spPr>
      </p:pic>
      <p:pic>
        <p:nvPicPr>
          <p:cNvPr id="25" name="Picture 24" descr="image.png">
            <a:extLst>
              <a:ext uri="{FF2B5EF4-FFF2-40B4-BE49-F238E27FC236}">
                <a16:creationId xmlns:a16="http://schemas.microsoft.com/office/drawing/2014/main" id="{2F189EE7-48FF-488C-318F-EC12A96754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4722390"/>
            <a:ext cx="114300" cy="200025"/>
          </a:xfrm>
          <a:prstGeom prst="rect">
            <a:avLst/>
          </a:prstGeom>
        </p:spPr>
      </p:pic>
      <p:pic>
        <p:nvPicPr>
          <p:cNvPr id="27" name="Picture 26" descr="image.png">
            <a:extLst>
              <a:ext uri="{FF2B5EF4-FFF2-40B4-BE49-F238E27FC236}">
                <a16:creationId xmlns:a16="http://schemas.microsoft.com/office/drawing/2014/main" id="{8DBDF8E2-EA83-32B9-51D3-F1C5620C2A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" y="5013632"/>
            <a:ext cx="114300" cy="200025"/>
          </a:xfrm>
          <a:prstGeom prst="rect">
            <a:avLst/>
          </a:prstGeom>
        </p:spPr>
      </p:pic>
      <p:pic>
        <p:nvPicPr>
          <p:cNvPr id="29" name="Picture 28" descr="image.png">
            <a:extLst>
              <a:ext uri="{FF2B5EF4-FFF2-40B4-BE49-F238E27FC236}">
                <a16:creationId xmlns:a16="http://schemas.microsoft.com/office/drawing/2014/main" id="{4B14DFBA-680B-509E-5F25-243183B374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5553075"/>
            <a:ext cx="114300" cy="200025"/>
          </a:xfrm>
          <a:prstGeom prst="rect">
            <a:avLst/>
          </a:prstGeom>
        </p:spPr>
      </p:pic>
      <p:pic>
        <p:nvPicPr>
          <p:cNvPr id="31" name="Picture 30" descr="image.png">
            <a:extLst>
              <a:ext uri="{FF2B5EF4-FFF2-40B4-BE49-F238E27FC236}">
                <a16:creationId xmlns:a16="http://schemas.microsoft.com/office/drawing/2014/main" id="{4BE64500-D953-19B2-70E3-43F247C816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016" y="5829721"/>
            <a:ext cx="114300" cy="200025"/>
          </a:xfrm>
          <a:prstGeom prst="rect">
            <a:avLst/>
          </a:prstGeom>
        </p:spPr>
      </p:pic>
      <p:pic>
        <p:nvPicPr>
          <p:cNvPr id="33" name="Picture 32" descr="image.png">
            <a:extLst>
              <a:ext uri="{FF2B5EF4-FFF2-40B4-BE49-F238E27FC236}">
                <a16:creationId xmlns:a16="http://schemas.microsoft.com/office/drawing/2014/main" id="{059B8572-4D4F-1DBA-9EBB-79C72920E6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016" y="6120234"/>
            <a:ext cx="114300" cy="200025"/>
          </a:xfrm>
          <a:prstGeom prst="rect">
            <a:avLst/>
          </a:prstGeom>
        </p:spPr>
      </p:pic>
      <p:pic>
        <p:nvPicPr>
          <p:cNvPr id="39" name="Picture 38" descr="image.png">
            <a:extLst>
              <a:ext uri="{FF2B5EF4-FFF2-40B4-BE49-F238E27FC236}">
                <a16:creationId xmlns:a16="http://schemas.microsoft.com/office/drawing/2014/main" id="{4C3A84E2-2258-159D-4F50-35916C4368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4661" y="2347912"/>
            <a:ext cx="400050" cy="400050"/>
          </a:xfrm>
          <a:prstGeom prst="rect">
            <a:avLst/>
          </a:prstGeom>
        </p:spPr>
      </p:pic>
      <p:pic>
        <p:nvPicPr>
          <p:cNvPr id="42" name="Picture 41" descr="image.png">
            <a:extLst>
              <a:ext uri="{FF2B5EF4-FFF2-40B4-BE49-F238E27FC236}">
                <a16:creationId xmlns:a16="http://schemas.microsoft.com/office/drawing/2014/main" id="{7B3C2C42-FA48-3331-7F6F-46FA46D270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1800" y="4238625"/>
            <a:ext cx="114300" cy="200025"/>
          </a:xfrm>
          <a:prstGeom prst="rect">
            <a:avLst/>
          </a:prstGeom>
        </p:spPr>
      </p:pic>
      <p:pic>
        <p:nvPicPr>
          <p:cNvPr id="44" name="Picture 43" descr="image.png">
            <a:extLst>
              <a:ext uri="{FF2B5EF4-FFF2-40B4-BE49-F238E27FC236}">
                <a16:creationId xmlns:a16="http://schemas.microsoft.com/office/drawing/2014/main" id="{629318AD-4235-A709-4135-856DF6AD19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5542" y="4528184"/>
            <a:ext cx="114300" cy="200025"/>
          </a:xfrm>
          <a:prstGeom prst="rect">
            <a:avLst/>
          </a:prstGeom>
        </p:spPr>
      </p:pic>
      <p:pic>
        <p:nvPicPr>
          <p:cNvPr id="46" name="Picture 45" descr="image.png">
            <a:extLst>
              <a:ext uri="{FF2B5EF4-FFF2-40B4-BE49-F238E27FC236}">
                <a16:creationId xmlns:a16="http://schemas.microsoft.com/office/drawing/2014/main" id="{ED3E9BCD-69E7-91F7-81CE-66D09C145D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1800" y="4850766"/>
            <a:ext cx="114300" cy="200025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F0306F5E-1789-3305-BA10-C801689F50B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49815" y1="27117" x2="49815" y2="2711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00305" y="1914143"/>
            <a:ext cx="1154011" cy="1056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129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10804"/>
            <a:ext cx="3492549" cy="406509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1910804"/>
            <a:ext cx="3492549" cy="406509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1910804"/>
            <a:ext cx="3492549" cy="406509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9075" y="2301329"/>
            <a:ext cx="857250" cy="857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17575" y="3396704"/>
            <a:ext cx="20002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F8FAFC"/>
                </a:solidFill>
                <a:latin typeface="Poppins SemiBold"/>
              </a:rPr>
              <a:t>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939629"/>
            <a:ext cx="2901999" cy="1645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Poppins"/>
              </a:rPr>
              <a:t>Digital logic plays a critical role in modern security. Electronic authentication systems require a robust method to determine if a user's input strictly matches an authorized value.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7375" y="2301329"/>
            <a:ext cx="857250" cy="857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85836" y="3396704"/>
            <a:ext cx="2620327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F8FAFC"/>
                </a:solidFill>
                <a:latin typeface="Poppins SemiBold"/>
              </a:rPr>
              <a:t>Digital Access Card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074" y="3939629"/>
            <a:ext cx="2901999" cy="1645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Poppins"/>
              </a:rPr>
              <a:t>The access card represents a unique binary identification code. The verification circuit reads this code to compare it securely against the system's predefined authorized key.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45674" y="2301329"/>
            <a:ext cx="857250" cy="857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319230" y="3396704"/>
            <a:ext cx="1110138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F8FAFC"/>
                </a:solidFill>
                <a:latin typeface="Poppins SemiBold"/>
              </a:rPr>
              <a:t>Working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3374" y="3939629"/>
            <a:ext cx="2901999" cy="1645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Poppins"/>
              </a:rPr>
              <a:t>The system accepts a 4-bit card code, processing it through parallel XNOR gates for bit-by-bit equality checking. An AND gate then combines these results to grant or deny access.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17675" y="2529929"/>
            <a:ext cx="400050" cy="4000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72162" y="2529929"/>
            <a:ext cx="447675" cy="4000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74274" y="2529929"/>
            <a:ext cx="400050" cy="4000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38BDF8"/>
                </a:solidFill>
                <a:latin typeface="Poppins SemiBold"/>
              </a:rPr>
              <a:t>Core Concepts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37" y="1219200"/>
            <a:ext cx="5334000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503" y="1209675"/>
            <a:ext cx="5334000" cy="3810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352474"/>
            <a:ext cx="11049000" cy="1390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8724" y="5642986"/>
            <a:ext cx="1609725" cy="895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9488" y="5638800"/>
            <a:ext cx="2171700" cy="895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2706" y="5638511"/>
            <a:ext cx="1895475" cy="895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8503" y="5642408"/>
            <a:ext cx="1971675" cy="895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553414" y="1895475"/>
            <a:ext cx="1370171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38BDF8"/>
                </a:solidFill>
                <a:latin typeface="Poppins"/>
              </a:rPr>
              <a:t>XOR Gate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761556"/>
              </p:ext>
            </p:extLst>
          </p:nvPr>
        </p:nvGraphicFramePr>
        <p:xfrm>
          <a:off x="2033586" y="2795443"/>
          <a:ext cx="2371724" cy="2105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7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22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1005"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005"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F8FAFC"/>
                          </a:solidFill>
                          <a:latin typeface="Poppins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F8FAFC"/>
                          </a:solidFill>
                          <a:latin typeface="Poppins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F8FAFC"/>
                          </a:solidFill>
                          <a:latin typeface="Poppins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005"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F8FAFC"/>
                          </a:solidFill>
                          <a:latin typeface="Poppins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F8FAFC"/>
                          </a:solidFill>
                          <a:latin typeface="Poppins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F8FAFC"/>
                          </a:solidFill>
                          <a:latin typeface="Poppins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005"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F8FAFC"/>
                          </a:solidFill>
                          <a:latin typeface="Poppins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F8FAFC"/>
                          </a:solidFill>
                          <a:latin typeface="Poppins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F8FAFC"/>
                          </a:solidFill>
                          <a:latin typeface="Poppins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005"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F8FAFC"/>
                          </a:solidFill>
                          <a:latin typeface="Poppins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F8FAFC"/>
                          </a:solidFill>
                          <a:latin typeface="Poppins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 dirty="0">
                          <a:solidFill>
                            <a:srgbClr val="F8FAFC"/>
                          </a:solidFill>
                          <a:latin typeface="Poppins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158400" y="1895475"/>
            <a:ext cx="1590198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38BDF8"/>
                </a:solidFill>
                <a:latin typeface="Poppins"/>
              </a:rPr>
              <a:t>XNOR Gate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701655"/>
              </p:ext>
            </p:extLst>
          </p:nvPr>
        </p:nvGraphicFramePr>
        <p:xfrm>
          <a:off x="7762875" y="2771487"/>
          <a:ext cx="2371724" cy="2105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7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22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1005"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 dirty="0">
                          <a:solidFill>
                            <a:srgbClr val="38BDF8"/>
                          </a:solidFill>
                          <a:latin typeface="Poppins SemiBold"/>
                        </a:rPr>
                        <a:t>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005"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F8FAFC"/>
                          </a:solidFill>
                          <a:latin typeface="Poppins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F8FAFC"/>
                          </a:solidFill>
                          <a:latin typeface="Poppins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F8FAFC"/>
                          </a:solidFill>
                          <a:latin typeface="Poppins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005"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F8FAFC"/>
                          </a:solidFill>
                          <a:latin typeface="Poppins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F8FAFC"/>
                          </a:solidFill>
                          <a:latin typeface="Poppins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F8FAFC"/>
                          </a:solidFill>
                          <a:latin typeface="Poppins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005"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F8FAFC"/>
                          </a:solidFill>
                          <a:latin typeface="Poppins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F8FAFC"/>
                          </a:solidFill>
                          <a:latin typeface="Poppins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F8FAFC"/>
                          </a:solidFill>
                          <a:latin typeface="Poppins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005"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F8FAFC"/>
                          </a:solidFill>
                          <a:latin typeface="Poppins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F8FAFC"/>
                          </a:solidFill>
                          <a:latin typeface="Poppins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 dirty="0">
                          <a:solidFill>
                            <a:srgbClr val="F8FAFC"/>
                          </a:solidFill>
                          <a:latin typeface="Poppins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43249" y="6010275"/>
            <a:ext cx="219075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36456" y="6010275"/>
            <a:ext cx="219075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34400" y="6010275"/>
            <a:ext cx="219075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28751" y="2438400"/>
            <a:ext cx="1219348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43751" y="2438400"/>
            <a:ext cx="1219348" cy="1809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509712" y="6224011"/>
            <a:ext cx="10477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rgbClr val="CBD5E1"/>
                </a:solidFill>
                <a:latin typeface="Poppins"/>
              </a:rPr>
              <a:t>(4-bit A3-A0)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76663" y="6176962"/>
            <a:ext cx="16573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rgbClr val="CBD5E1"/>
                </a:solidFill>
                <a:latin typeface="Poppins"/>
              </a:rPr>
              <a:t>(Bit-by-bit Compare)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4163" y="6114473"/>
            <a:ext cx="13811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rgbClr val="CBD5E1"/>
                </a:solidFill>
                <a:latin typeface="Poppins"/>
              </a:rPr>
              <a:t>(Final Verification)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2610" y="6113464"/>
            <a:ext cx="14573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rgbClr val="CBD5E1"/>
                </a:solidFill>
                <a:latin typeface="Poppins"/>
              </a:rPr>
              <a:t>(Granted / Denied)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38BDF8"/>
                </a:solidFill>
                <a:latin typeface="Poppins SemiBold"/>
              </a:rPr>
              <a:t>XNOR / XOR Gates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335881"/>
            <a:ext cx="520065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 dirty="0">
                <a:solidFill>
                  <a:srgbClr val="38BDF8"/>
                </a:solidFill>
                <a:latin typeface="Poppins SemiBold"/>
              </a:rPr>
              <a:t>Conclusion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4647" y="955496"/>
            <a:ext cx="4397340" cy="49470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364581"/>
            <a:ext cx="495300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Poppins"/>
              </a:rPr>
              <a:t>The Digital Access Card Verification System successfully demonstrates how fundamental logic gates tackle real-world authentication.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608189"/>
            <a:ext cx="4953000" cy="1675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Poppins"/>
              </a:rPr>
              <a:t>By utilizing </a:t>
            </a:r>
            <a:r>
              <a:rPr sz="1650" b="0" i="0" u="none">
                <a:solidFill>
                  <a:srgbClr val="F8FAFC"/>
                </a:solidFill>
                <a:latin typeface="Poppins SemiBold"/>
              </a:rPr>
              <a:t>XNOR gates</a:t>
            </a:r>
            <a:r>
              <a:rPr sz="1650" b="0" i="0" u="none">
                <a:solidFill>
                  <a:srgbClr val="CBD5E1"/>
                </a:solidFill>
                <a:latin typeface="Poppins"/>
              </a:rPr>
              <a:t> for exact bit-matching and an </a:t>
            </a:r>
            <a:r>
              <a:rPr sz="1650" b="0" i="0" u="none">
                <a:solidFill>
                  <a:srgbClr val="F8FAFC"/>
                </a:solidFill>
                <a:latin typeface="Poppins SemiBold"/>
              </a:rPr>
              <a:t>AND gate</a:t>
            </a:r>
            <a:r>
              <a:rPr sz="1650" b="0" i="0" u="none">
                <a:solidFill>
                  <a:srgbClr val="CBD5E1"/>
                </a:solidFill>
                <a:latin typeface="Poppins"/>
              </a:rPr>
              <a:t> for final verification, the circuit provides a robust, foundational understanding of combinational logic design and digital security mechanisms.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CA69E8-8824-9780-43B5-810C9A80D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F0B748EE-103D-6584-1C73-313FE81C5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0571" y="-326571"/>
            <a:ext cx="13314438" cy="7489371"/>
          </a:xfrm>
          <a:prstGeom prst="rect">
            <a:avLst/>
          </a:prstGeo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BC1BCD7-F6D5-5AD1-D3B7-4214611404FC}"/>
              </a:ext>
            </a:extLst>
          </p:cNvPr>
          <p:cNvSpPr/>
          <p:nvPr/>
        </p:nvSpPr>
        <p:spPr>
          <a:xfrm>
            <a:off x="5338080" y="6932160"/>
            <a:ext cx="1127449" cy="2123142"/>
          </a:xfrm>
          <a:custGeom>
            <a:avLst/>
            <a:gdLst>
              <a:gd name="csX0" fmla="*/ 563725 w 1127449"/>
              <a:gd name="csY0" fmla="*/ 0 h 2123142"/>
              <a:gd name="csX1" fmla="*/ 596772 w 1127449"/>
              <a:gd name="csY1" fmla="*/ 20933 h 2123142"/>
              <a:gd name="csX2" fmla="*/ 1127449 w 1127449"/>
              <a:gd name="csY2" fmla="*/ 1061571 h 2123142"/>
              <a:gd name="csX3" fmla="*/ 596772 w 1127449"/>
              <a:gd name="csY3" fmla="*/ 2102209 h 2123142"/>
              <a:gd name="csX4" fmla="*/ 563725 w 1127449"/>
              <a:gd name="csY4" fmla="*/ 2123142 h 2123142"/>
              <a:gd name="csX5" fmla="*/ 530678 w 1127449"/>
              <a:gd name="csY5" fmla="*/ 2102209 h 2123142"/>
              <a:gd name="csX6" fmla="*/ 0 w 1127449"/>
              <a:gd name="csY6" fmla="*/ 1061571 h 2123142"/>
              <a:gd name="csX7" fmla="*/ 530678 w 1127449"/>
              <a:gd name="csY7" fmla="*/ 20933 h 21231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27449" h="2123142">
                <a:moveTo>
                  <a:pt x="563725" y="0"/>
                </a:moveTo>
                <a:lnTo>
                  <a:pt x="596772" y="20933"/>
                </a:lnTo>
                <a:cubicBezTo>
                  <a:pt x="916945" y="246460"/>
                  <a:pt x="1127449" y="628384"/>
                  <a:pt x="1127449" y="1061571"/>
                </a:cubicBezTo>
                <a:cubicBezTo>
                  <a:pt x="1127449" y="1494758"/>
                  <a:pt x="916945" y="1876683"/>
                  <a:pt x="596772" y="2102209"/>
                </a:cubicBezTo>
                <a:lnTo>
                  <a:pt x="563725" y="2123142"/>
                </a:lnTo>
                <a:lnTo>
                  <a:pt x="530678" y="2102209"/>
                </a:lnTo>
                <a:cubicBezTo>
                  <a:pt x="210505" y="1876683"/>
                  <a:pt x="0" y="1494758"/>
                  <a:pt x="0" y="1061571"/>
                </a:cubicBezTo>
                <a:cubicBezTo>
                  <a:pt x="0" y="628384"/>
                  <a:pt x="210505" y="246460"/>
                  <a:pt x="530678" y="20933"/>
                </a:cubicBezTo>
                <a:close/>
              </a:path>
            </a:pathLst>
          </a:custGeom>
          <a:solidFill>
            <a:srgbClr val="CC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F8C27713-A2AE-89B9-512C-9BADEC5973D3}"/>
              </a:ext>
            </a:extLst>
          </p:cNvPr>
          <p:cNvSpPr/>
          <p:nvPr/>
        </p:nvSpPr>
        <p:spPr>
          <a:xfrm>
            <a:off x="5283969" y="6932160"/>
            <a:ext cx="1127449" cy="2123142"/>
          </a:xfrm>
          <a:custGeom>
            <a:avLst/>
            <a:gdLst>
              <a:gd name="csX0" fmla="*/ 563725 w 1127449"/>
              <a:gd name="csY0" fmla="*/ 0 h 2123142"/>
              <a:gd name="csX1" fmla="*/ 596772 w 1127449"/>
              <a:gd name="csY1" fmla="*/ 20933 h 2123142"/>
              <a:gd name="csX2" fmla="*/ 1127449 w 1127449"/>
              <a:gd name="csY2" fmla="*/ 1061571 h 2123142"/>
              <a:gd name="csX3" fmla="*/ 596772 w 1127449"/>
              <a:gd name="csY3" fmla="*/ 2102209 h 2123142"/>
              <a:gd name="csX4" fmla="*/ 563725 w 1127449"/>
              <a:gd name="csY4" fmla="*/ 2123142 h 2123142"/>
              <a:gd name="csX5" fmla="*/ 530678 w 1127449"/>
              <a:gd name="csY5" fmla="*/ 2102209 h 2123142"/>
              <a:gd name="csX6" fmla="*/ 0 w 1127449"/>
              <a:gd name="csY6" fmla="*/ 1061571 h 2123142"/>
              <a:gd name="csX7" fmla="*/ 530678 w 1127449"/>
              <a:gd name="csY7" fmla="*/ 20933 h 21231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27449" h="2123142">
                <a:moveTo>
                  <a:pt x="563725" y="0"/>
                </a:moveTo>
                <a:lnTo>
                  <a:pt x="596772" y="20933"/>
                </a:lnTo>
                <a:cubicBezTo>
                  <a:pt x="916945" y="246460"/>
                  <a:pt x="1127449" y="628384"/>
                  <a:pt x="1127449" y="1061571"/>
                </a:cubicBezTo>
                <a:cubicBezTo>
                  <a:pt x="1127449" y="1494758"/>
                  <a:pt x="916945" y="1876683"/>
                  <a:pt x="596772" y="2102209"/>
                </a:cubicBezTo>
                <a:lnTo>
                  <a:pt x="563725" y="2123142"/>
                </a:lnTo>
                <a:lnTo>
                  <a:pt x="530678" y="2102209"/>
                </a:lnTo>
                <a:cubicBezTo>
                  <a:pt x="210505" y="1876683"/>
                  <a:pt x="0" y="1494758"/>
                  <a:pt x="0" y="1061571"/>
                </a:cubicBezTo>
                <a:cubicBezTo>
                  <a:pt x="0" y="628384"/>
                  <a:pt x="210505" y="246460"/>
                  <a:pt x="530678" y="20933"/>
                </a:cubicBezTo>
                <a:close/>
              </a:path>
            </a:pathLst>
          </a:custGeom>
          <a:solidFill>
            <a:srgbClr val="CC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C824D24-FC9A-37A5-78D6-0B2CF37F4D01}"/>
              </a:ext>
            </a:extLst>
          </p:cNvPr>
          <p:cNvSpPr/>
          <p:nvPr/>
        </p:nvSpPr>
        <p:spPr>
          <a:xfrm>
            <a:off x="5370654" y="6932160"/>
            <a:ext cx="1127449" cy="2123142"/>
          </a:xfrm>
          <a:custGeom>
            <a:avLst/>
            <a:gdLst>
              <a:gd name="csX0" fmla="*/ 563725 w 1127449"/>
              <a:gd name="csY0" fmla="*/ 0 h 2123142"/>
              <a:gd name="csX1" fmla="*/ 596772 w 1127449"/>
              <a:gd name="csY1" fmla="*/ 20933 h 2123142"/>
              <a:gd name="csX2" fmla="*/ 1127449 w 1127449"/>
              <a:gd name="csY2" fmla="*/ 1061571 h 2123142"/>
              <a:gd name="csX3" fmla="*/ 596772 w 1127449"/>
              <a:gd name="csY3" fmla="*/ 2102209 h 2123142"/>
              <a:gd name="csX4" fmla="*/ 563725 w 1127449"/>
              <a:gd name="csY4" fmla="*/ 2123142 h 2123142"/>
              <a:gd name="csX5" fmla="*/ 530678 w 1127449"/>
              <a:gd name="csY5" fmla="*/ 2102209 h 2123142"/>
              <a:gd name="csX6" fmla="*/ 0 w 1127449"/>
              <a:gd name="csY6" fmla="*/ 1061571 h 2123142"/>
              <a:gd name="csX7" fmla="*/ 530678 w 1127449"/>
              <a:gd name="csY7" fmla="*/ 20933 h 21231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27449" h="2123142">
                <a:moveTo>
                  <a:pt x="563725" y="0"/>
                </a:moveTo>
                <a:lnTo>
                  <a:pt x="596772" y="20933"/>
                </a:lnTo>
                <a:cubicBezTo>
                  <a:pt x="916945" y="246460"/>
                  <a:pt x="1127449" y="628384"/>
                  <a:pt x="1127449" y="1061571"/>
                </a:cubicBezTo>
                <a:cubicBezTo>
                  <a:pt x="1127449" y="1494758"/>
                  <a:pt x="916945" y="1876683"/>
                  <a:pt x="596772" y="2102209"/>
                </a:cubicBezTo>
                <a:lnTo>
                  <a:pt x="563725" y="2123142"/>
                </a:lnTo>
                <a:lnTo>
                  <a:pt x="530678" y="2102209"/>
                </a:lnTo>
                <a:cubicBezTo>
                  <a:pt x="210505" y="1876683"/>
                  <a:pt x="0" y="1494758"/>
                  <a:pt x="0" y="1061571"/>
                </a:cubicBezTo>
                <a:cubicBezTo>
                  <a:pt x="0" y="628384"/>
                  <a:pt x="210505" y="246460"/>
                  <a:pt x="530678" y="20933"/>
                </a:cubicBezTo>
                <a:close/>
              </a:path>
            </a:pathLst>
          </a:custGeom>
          <a:solidFill>
            <a:srgbClr val="CC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EE217177-9FC8-59D5-D45F-EB74FFB0667C}"/>
              </a:ext>
            </a:extLst>
          </p:cNvPr>
          <p:cNvSpPr/>
          <p:nvPr/>
        </p:nvSpPr>
        <p:spPr>
          <a:xfrm>
            <a:off x="5326570" y="6932160"/>
            <a:ext cx="1127449" cy="2123142"/>
          </a:xfrm>
          <a:custGeom>
            <a:avLst/>
            <a:gdLst>
              <a:gd name="csX0" fmla="*/ 563725 w 1127449"/>
              <a:gd name="csY0" fmla="*/ 0 h 2123142"/>
              <a:gd name="csX1" fmla="*/ 596772 w 1127449"/>
              <a:gd name="csY1" fmla="*/ 20933 h 2123142"/>
              <a:gd name="csX2" fmla="*/ 1127449 w 1127449"/>
              <a:gd name="csY2" fmla="*/ 1061571 h 2123142"/>
              <a:gd name="csX3" fmla="*/ 596772 w 1127449"/>
              <a:gd name="csY3" fmla="*/ 2102209 h 2123142"/>
              <a:gd name="csX4" fmla="*/ 563725 w 1127449"/>
              <a:gd name="csY4" fmla="*/ 2123142 h 2123142"/>
              <a:gd name="csX5" fmla="*/ 530678 w 1127449"/>
              <a:gd name="csY5" fmla="*/ 2102209 h 2123142"/>
              <a:gd name="csX6" fmla="*/ 0 w 1127449"/>
              <a:gd name="csY6" fmla="*/ 1061571 h 2123142"/>
              <a:gd name="csX7" fmla="*/ 530678 w 1127449"/>
              <a:gd name="csY7" fmla="*/ 20933 h 21231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27449" h="2123142">
                <a:moveTo>
                  <a:pt x="563725" y="0"/>
                </a:moveTo>
                <a:lnTo>
                  <a:pt x="596772" y="20933"/>
                </a:lnTo>
                <a:cubicBezTo>
                  <a:pt x="916945" y="246460"/>
                  <a:pt x="1127449" y="628384"/>
                  <a:pt x="1127449" y="1061571"/>
                </a:cubicBezTo>
                <a:cubicBezTo>
                  <a:pt x="1127449" y="1494758"/>
                  <a:pt x="916945" y="1876683"/>
                  <a:pt x="596772" y="2102209"/>
                </a:cubicBezTo>
                <a:lnTo>
                  <a:pt x="563725" y="2123142"/>
                </a:lnTo>
                <a:lnTo>
                  <a:pt x="530678" y="2102209"/>
                </a:lnTo>
                <a:cubicBezTo>
                  <a:pt x="210505" y="1876683"/>
                  <a:pt x="0" y="1494758"/>
                  <a:pt x="0" y="1061571"/>
                </a:cubicBezTo>
                <a:cubicBezTo>
                  <a:pt x="0" y="628384"/>
                  <a:pt x="210505" y="246460"/>
                  <a:pt x="530678" y="20933"/>
                </a:cubicBezTo>
                <a:close/>
              </a:path>
            </a:pathLst>
          </a:custGeom>
          <a:solidFill>
            <a:srgbClr val="CC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018BB816-9C83-55CB-F07A-C277838D7705}"/>
              </a:ext>
            </a:extLst>
          </p:cNvPr>
          <p:cNvSpPr/>
          <p:nvPr/>
        </p:nvSpPr>
        <p:spPr>
          <a:xfrm>
            <a:off x="5348938" y="6932160"/>
            <a:ext cx="1127449" cy="2123142"/>
          </a:xfrm>
          <a:custGeom>
            <a:avLst/>
            <a:gdLst>
              <a:gd name="csX0" fmla="*/ 563725 w 1127449"/>
              <a:gd name="csY0" fmla="*/ 0 h 2123142"/>
              <a:gd name="csX1" fmla="*/ 596772 w 1127449"/>
              <a:gd name="csY1" fmla="*/ 20933 h 2123142"/>
              <a:gd name="csX2" fmla="*/ 1127449 w 1127449"/>
              <a:gd name="csY2" fmla="*/ 1061571 h 2123142"/>
              <a:gd name="csX3" fmla="*/ 596772 w 1127449"/>
              <a:gd name="csY3" fmla="*/ 2102209 h 2123142"/>
              <a:gd name="csX4" fmla="*/ 563725 w 1127449"/>
              <a:gd name="csY4" fmla="*/ 2123142 h 2123142"/>
              <a:gd name="csX5" fmla="*/ 530678 w 1127449"/>
              <a:gd name="csY5" fmla="*/ 2102209 h 2123142"/>
              <a:gd name="csX6" fmla="*/ 0 w 1127449"/>
              <a:gd name="csY6" fmla="*/ 1061571 h 2123142"/>
              <a:gd name="csX7" fmla="*/ 530678 w 1127449"/>
              <a:gd name="csY7" fmla="*/ 20933 h 21231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27449" h="2123142">
                <a:moveTo>
                  <a:pt x="563725" y="0"/>
                </a:moveTo>
                <a:lnTo>
                  <a:pt x="596772" y="20933"/>
                </a:lnTo>
                <a:cubicBezTo>
                  <a:pt x="916945" y="246460"/>
                  <a:pt x="1127449" y="628384"/>
                  <a:pt x="1127449" y="1061571"/>
                </a:cubicBezTo>
                <a:cubicBezTo>
                  <a:pt x="1127449" y="1494758"/>
                  <a:pt x="916945" y="1876683"/>
                  <a:pt x="596772" y="2102209"/>
                </a:cubicBezTo>
                <a:lnTo>
                  <a:pt x="563725" y="2123142"/>
                </a:lnTo>
                <a:lnTo>
                  <a:pt x="530678" y="2102209"/>
                </a:lnTo>
                <a:cubicBezTo>
                  <a:pt x="210505" y="1876683"/>
                  <a:pt x="0" y="1494758"/>
                  <a:pt x="0" y="1061571"/>
                </a:cubicBezTo>
                <a:cubicBezTo>
                  <a:pt x="0" y="628384"/>
                  <a:pt x="210505" y="246460"/>
                  <a:pt x="530678" y="20933"/>
                </a:cubicBezTo>
                <a:close/>
              </a:path>
            </a:pathLst>
          </a:custGeom>
          <a:solidFill>
            <a:srgbClr val="CC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BDF933-95D6-8F69-AA76-5D16461686ED}"/>
              </a:ext>
            </a:extLst>
          </p:cNvPr>
          <p:cNvSpPr/>
          <p:nvPr/>
        </p:nvSpPr>
        <p:spPr>
          <a:xfrm>
            <a:off x="5327222" y="6932160"/>
            <a:ext cx="1127449" cy="2123142"/>
          </a:xfrm>
          <a:custGeom>
            <a:avLst/>
            <a:gdLst>
              <a:gd name="csX0" fmla="*/ 563725 w 1127449"/>
              <a:gd name="csY0" fmla="*/ 0 h 2123142"/>
              <a:gd name="csX1" fmla="*/ 596772 w 1127449"/>
              <a:gd name="csY1" fmla="*/ 20933 h 2123142"/>
              <a:gd name="csX2" fmla="*/ 1127449 w 1127449"/>
              <a:gd name="csY2" fmla="*/ 1061571 h 2123142"/>
              <a:gd name="csX3" fmla="*/ 596772 w 1127449"/>
              <a:gd name="csY3" fmla="*/ 2102209 h 2123142"/>
              <a:gd name="csX4" fmla="*/ 563725 w 1127449"/>
              <a:gd name="csY4" fmla="*/ 2123142 h 2123142"/>
              <a:gd name="csX5" fmla="*/ 530678 w 1127449"/>
              <a:gd name="csY5" fmla="*/ 2102209 h 2123142"/>
              <a:gd name="csX6" fmla="*/ 0 w 1127449"/>
              <a:gd name="csY6" fmla="*/ 1061571 h 2123142"/>
              <a:gd name="csX7" fmla="*/ 530678 w 1127449"/>
              <a:gd name="csY7" fmla="*/ 20933 h 21231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27449" h="2123142">
                <a:moveTo>
                  <a:pt x="563725" y="0"/>
                </a:moveTo>
                <a:lnTo>
                  <a:pt x="596772" y="20933"/>
                </a:lnTo>
                <a:cubicBezTo>
                  <a:pt x="916945" y="246460"/>
                  <a:pt x="1127449" y="628384"/>
                  <a:pt x="1127449" y="1061571"/>
                </a:cubicBezTo>
                <a:cubicBezTo>
                  <a:pt x="1127449" y="1494758"/>
                  <a:pt x="916945" y="1876683"/>
                  <a:pt x="596772" y="2102209"/>
                </a:cubicBezTo>
                <a:lnTo>
                  <a:pt x="563725" y="2123142"/>
                </a:lnTo>
                <a:lnTo>
                  <a:pt x="530678" y="2102209"/>
                </a:lnTo>
                <a:cubicBezTo>
                  <a:pt x="210505" y="1876683"/>
                  <a:pt x="0" y="1494758"/>
                  <a:pt x="0" y="1061571"/>
                </a:cubicBezTo>
                <a:cubicBezTo>
                  <a:pt x="0" y="628384"/>
                  <a:pt x="210505" y="246460"/>
                  <a:pt x="530678" y="20933"/>
                </a:cubicBezTo>
                <a:close/>
              </a:path>
            </a:pathLst>
          </a:custGeom>
          <a:solidFill>
            <a:srgbClr val="CC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33A63-8FC4-F132-DFF2-53BF884ACA7F}"/>
              </a:ext>
            </a:extLst>
          </p:cNvPr>
          <p:cNvSpPr/>
          <p:nvPr/>
        </p:nvSpPr>
        <p:spPr>
          <a:xfrm>
            <a:off x="5359796" y="6932160"/>
            <a:ext cx="1127449" cy="2123142"/>
          </a:xfrm>
          <a:custGeom>
            <a:avLst/>
            <a:gdLst>
              <a:gd name="csX0" fmla="*/ 563725 w 1127449"/>
              <a:gd name="csY0" fmla="*/ 0 h 2123142"/>
              <a:gd name="csX1" fmla="*/ 596772 w 1127449"/>
              <a:gd name="csY1" fmla="*/ 20933 h 2123142"/>
              <a:gd name="csX2" fmla="*/ 1127449 w 1127449"/>
              <a:gd name="csY2" fmla="*/ 1061571 h 2123142"/>
              <a:gd name="csX3" fmla="*/ 596772 w 1127449"/>
              <a:gd name="csY3" fmla="*/ 2102209 h 2123142"/>
              <a:gd name="csX4" fmla="*/ 563725 w 1127449"/>
              <a:gd name="csY4" fmla="*/ 2123142 h 2123142"/>
              <a:gd name="csX5" fmla="*/ 530678 w 1127449"/>
              <a:gd name="csY5" fmla="*/ 2102209 h 2123142"/>
              <a:gd name="csX6" fmla="*/ 0 w 1127449"/>
              <a:gd name="csY6" fmla="*/ 1061571 h 2123142"/>
              <a:gd name="csX7" fmla="*/ 530678 w 1127449"/>
              <a:gd name="csY7" fmla="*/ 20933 h 21231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27449" h="2123142">
                <a:moveTo>
                  <a:pt x="563725" y="0"/>
                </a:moveTo>
                <a:lnTo>
                  <a:pt x="596772" y="20933"/>
                </a:lnTo>
                <a:cubicBezTo>
                  <a:pt x="916945" y="246460"/>
                  <a:pt x="1127449" y="628384"/>
                  <a:pt x="1127449" y="1061571"/>
                </a:cubicBezTo>
                <a:cubicBezTo>
                  <a:pt x="1127449" y="1494758"/>
                  <a:pt x="916945" y="1876683"/>
                  <a:pt x="596772" y="2102209"/>
                </a:cubicBezTo>
                <a:lnTo>
                  <a:pt x="563725" y="2123142"/>
                </a:lnTo>
                <a:lnTo>
                  <a:pt x="530678" y="2102209"/>
                </a:lnTo>
                <a:cubicBezTo>
                  <a:pt x="210505" y="1876683"/>
                  <a:pt x="0" y="1494758"/>
                  <a:pt x="0" y="1061571"/>
                </a:cubicBezTo>
                <a:cubicBezTo>
                  <a:pt x="0" y="628384"/>
                  <a:pt x="210505" y="246460"/>
                  <a:pt x="530678" y="20933"/>
                </a:cubicBezTo>
                <a:close/>
              </a:path>
            </a:pathLst>
          </a:custGeom>
          <a:solidFill>
            <a:srgbClr val="CC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78CBCA-59F9-C2C7-CCF5-ED7610B2456E}"/>
              </a:ext>
            </a:extLst>
          </p:cNvPr>
          <p:cNvSpPr/>
          <p:nvPr/>
        </p:nvSpPr>
        <p:spPr>
          <a:xfrm>
            <a:off x="5892800" y="9220200"/>
            <a:ext cx="63500" cy="1943100"/>
          </a:xfrm>
          <a:prstGeom prst="rect">
            <a:avLst/>
          </a:prstGeom>
          <a:solidFill>
            <a:schemeClr val="accent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0EBA41-B552-F3A5-C6D7-D6DAA2FFE0DC}"/>
              </a:ext>
            </a:extLst>
          </p:cNvPr>
          <p:cNvSpPr txBox="1"/>
          <p:nvPr/>
        </p:nvSpPr>
        <p:spPr>
          <a:xfrm>
            <a:off x="2719939" y="3119253"/>
            <a:ext cx="67521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  <a:latin typeface="Agency FB" panose="020B0503020202020204" pitchFamily="34" charset="0"/>
              </a:rPr>
              <a:t>Access granted. Security guaranteed.</a:t>
            </a:r>
          </a:p>
        </p:txBody>
      </p:sp>
    </p:spTree>
    <p:extLst>
      <p:ext uri="{BB962C8B-B14F-4D97-AF65-F5344CB8AC3E}">
        <p14:creationId xmlns:p14="http://schemas.microsoft.com/office/powerpoint/2010/main" val="37001083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9B2C1-E2C4-82BE-B44D-222F0295E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B4E233-F399-6D9B-E096-A311BA377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93042" y="-495301"/>
            <a:ext cx="14043378" cy="7899401"/>
          </a:xfrm>
          <a:prstGeom prst="rect">
            <a:avLst/>
          </a:prstGeo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F8AB2AF9-7EF3-F4B6-6066-C42C0C19E467}"/>
              </a:ext>
            </a:extLst>
          </p:cNvPr>
          <p:cNvSpPr/>
          <p:nvPr/>
        </p:nvSpPr>
        <p:spPr>
          <a:xfrm rot="1800000">
            <a:off x="5901912" y="2483028"/>
            <a:ext cx="1127449" cy="2123142"/>
          </a:xfrm>
          <a:custGeom>
            <a:avLst/>
            <a:gdLst>
              <a:gd name="csX0" fmla="*/ 563725 w 1127449"/>
              <a:gd name="csY0" fmla="*/ 0 h 2123142"/>
              <a:gd name="csX1" fmla="*/ 596772 w 1127449"/>
              <a:gd name="csY1" fmla="*/ 20933 h 2123142"/>
              <a:gd name="csX2" fmla="*/ 1127449 w 1127449"/>
              <a:gd name="csY2" fmla="*/ 1061571 h 2123142"/>
              <a:gd name="csX3" fmla="*/ 596772 w 1127449"/>
              <a:gd name="csY3" fmla="*/ 2102209 h 2123142"/>
              <a:gd name="csX4" fmla="*/ 563725 w 1127449"/>
              <a:gd name="csY4" fmla="*/ 2123142 h 2123142"/>
              <a:gd name="csX5" fmla="*/ 530678 w 1127449"/>
              <a:gd name="csY5" fmla="*/ 2102209 h 2123142"/>
              <a:gd name="csX6" fmla="*/ 0 w 1127449"/>
              <a:gd name="csY6" fmla="*/ 1061571 h 2123142"/>
              <a:gd name="csX7" fmla="*/ 530678 w 1127449"/>
              <a:gd name="csY7" fmla="*/ 20933 h 21231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27449" h="2123142">
                <a:moveTo>
                  <a:pt x="563725" y="0"/>
                </a:moveTo>
                <a:lnTo>
                  <a:pt x="596772" y="20933"/>
                </a:lnTo>
                <a:cubicBezTo>
                  <a:pt x="916945" y="246460"/>
                  <a:pt x="1127449" y="628384"/>
                  <a:pt x="1127449" y="1061571"/>
                </a:cubicBezTo>
                <a:cubicBezTo>
                  <a:pt x="1127449" y="1494758"/>
                  <a:pt x="916945" y="1876683"/>
                  <a:pt x="596772" y="2102209"/>
                </a:cubicBezTo>
                <a:lnTo>
                  <a:pt x="563725" y="2123142"/>
                </a:lnTo>
                <a:lnTo>
                  <a:pt x="530678" y="2102209"/>
                </a:lnTo>
                <a:cubicBezTo>
                  <a:pt x="210505" y="1876683"/>
                  <a:pt x="0" y="1494758"/>
                  <a:pt x="0" y="1061571"/>
                </a:cubicBezTo>
                <a:cubicBezTo>
                  <a:pt x="0" y="628384"/>
                  <a:pt x="210505" y="246460"/>
                  <a:pt x="530678" y="20933"/>
                </a:cubicBezTo>
                <a:close/>
              </a:path>
            </a:pathLst>
          </a:custGeom>
          <a:solidFill>
            <a:srgbClr val="CC99FF">
              <a:alpha val="7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529E204A-7BEB-CD7C-5E15-1FC030915943}"/>
              </a:ext>
            </a:extLst>
          </p:cNvPr>
          <p:cNvSpPr/>
          <p:nvPr/>
        </p:nvSpPr>
        <p:spPr>
          <a:xfrm rot="19800000">
            <a:off x="4640630" y="2466243"/>
            <a:ext cx="1127449" cy="2123142"/>
          </a:xfrm>
          <a:custGeom>
            <a:avLst/>
            <a:gdLst>
              <a:gd name="csX0" fmla="*/ 563725 w 1127449"/>
              <a:gd name="csY0" fmla="*/ 0 h 2123142"/>
              <a:gd name="csX1" fmla="*/ 596772 w 1127449"/>
              <a:gd name="csY1" fmla="*/ 20933 h 2123142"/>
              <a:gd name="csX2" fmla="*/ 1127449 w 1127449"/>
              <a:gd name="csY2" fmla="*/ 1061571 h 2123142"/>
              <a:gd name="csX3" fmla="*/ 596772 w 1127449"/>
              <a:gd name="csY3" fmla="*/ 2102209 h 2123142"/>
              <a:gd name="csX4" fmla="*/ 563725 w 1127449"/>
              <a:gd name="csY4" fmla="*/ 2123142 h 2123142"/>
              <a:gd name="csX5" fmla="*/ 530678 w 1127449"/>
              <a:gd name="csY5" fmla="*/ 2102209 h 2123142"/>
              <a:gd name="csX6" fmla="*/ 0 w 1127449"/>
              <a:gd name="csY6" fmla="*/ 1061571 h 2123142"/>
              <a:gd name="csX7" fmla="*/ 530678 w 1127449"/>
              <a:gd name="csY7" fmla="*/ 20933 h 21231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27449" h="2123142">
                <a:moveTo>
                  <a:pt x="563725" y="0"/>
                </a:moveTo>
                <a:lnTo>
                  <a:pt x="596772" y="20933"/>
                </a:lnTo>
                <a:cubicBezTo>
                  <a:pt x="916945" y="246460"/>
                  <a:pt x="1127449" y="628384"/>
                  <a:pt x="1127449" y="1061571"/>
                </a:cubicBezTo>
                <a:cubicBezTo>
                  <a:pt x="1127449" y="1494758"/>
                  <a:pt x="916945" y="1876683"/>
                  <a:pt x="596772" y="2102209"/>
                </a:cubicBezTo>
                <a:lnTo>
                  <a:pt x="563725" y="2123142"/>
                </a:lnTo>
                <a:lnTo>
                  <a:pt x="530678" y="2102209"/>
                </a:lnTo>
                <a:cubicBezTo>
                  <a:pt x="210505" y="1876683"/>
                  <a:pt x="0" y="1494758"/>
                  <a:pt x="0" y="1061571"/>
                </a:cubicBezTo>
                <a:cubicBezTo>
                  <a:pt x="0" y="628384"/>
                  <a:pt x="210505" y="246460"/>
                  <a:pt x="530678" y="20933"/>
                </a:cubicBezTo>
                <a:close/>
              </a:path>
            </a:pathLst>
          </a:custGeom>
          <a:solidFill>
            <a:srgbClr val="CC99FF">
              <a:alpha val="7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86166E3-973B-E382-391A-2D006E63D87B}"/>
              </a:ext>
            </a:extLst>
          </p:cNvPr>
          <p:cNvSpPr/>
          <p:nvPr/>
        </p:nvSpPr>
        <p:spPr>
          <a:xfrm rot="5400000">
            <a:off x="6429896" y="3336141"/>
            <a:ext cx="1127449" cy="2123142"/>
          </a:xfrm>
          <a:custGeom>
            <a:avLst/>
            <a:gdLst>
              <a:gd name="csX0" fmla="*/ 563725 w 1127449"/>
              <a:gd name="csY0" fmla="*/ 0 h 2123142"/>
              <a:gd name="csX1" fmla="*/ 596772 w 1127449"/>
              <a:gd name="csY1" fmla="*/ 20933 h 2123142"/>
              <a:gd name="csX2" fmla="*/ 1127449 w 1127449"/>
              <a:gd name="csY2" fmla="*/ 1061571 h 2123142"/>
              <a:gd name="csX3" fmla="*/ 596772 w 1127449"/>
              <a:gd name="csY3" fmla="*/ 2102209 h 2123142"/>
              <a:gd name="csX4" fmla="*/ 563725 w 1127449"/>
              <a:gd name="csY4" fmla="*/ 2123142 h 2123142"/>
              <a:gd name="csX5" fmla="*/ 530678 w 1127449"/>
              <a:gd name="csY5" fmla="*/ 2102209 h 2123142"/>
              <a:gd name="csX6" fmla="*/ 0 w 1127449"/>
              <a:gd name="csY6" fmla="*/ 1061571 h 2123142"/>
              <a:gd name="csX7" fmla="*/ 530678 w 1127449"/>
              <a:gd name="csY7" fmla="*/ 20933 h 21231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27449" h="2123142">
                <a:moveTo>
                  <a:pt x="563725" y="0"/>
                </a:moveTo>
                <a:lnTo>
                  <a:pt x="596772" y="20933"/>
                </a:lnTo>
                <a:cubicBezTo>
                  <a:pt x="916945" y="246460"/>
                  <a:pt x="1127449" y="628384"/>
                  <a:pt x="1127449" y="1061571"/>
                </a:cubicBezTo>
                <a:cubicBezTo>
                  <a:pt x="1127449" y="1494758"/>
                  <a:pt x="916945" y="1876683"/>
                  <a:pt x="596772" y="2102209"/>
                </a:cubicBezTo>
                <a:lnTo>
                  <a:pt x="563725" y="2123142"/>
                </a:lnTo>
                <a:lnTo>
                  <a:pt x="530678" y="2102209"/>
                </a:lnTo>
                <a:cubicBezTo>
                  <a:pt x="210505" y="1876683"/>
                  <a:pt x="0" y="1494758"/>
                  <a:pt x="0" y="1061571"/>
                </a:cubicBezTo>
                <a:cubicBezTo>
                  <a:pt x="0" y="628384"/>
                  <a:pt x="210505" y="246460"/>
                  <a:pt x="530678" y="20933"/>
                </a:cubicBezTo>
                <a:close/>
              </a:path>
            </a:pathLst>
          </a:custGeom>
          <a:solidFill>
            <a:srgbClr val="CC99FF">
              <a:alpha val="7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1044E51E-3C14-B445-3EEC-2B487B343954}"/>
              </a:ext>
            </a:extLst>
          </p:cNvPr>
          <p:cNvSpPr/>
          <p:nvPr/>
        </p:nvSpPr>
        <p:spPr>
          <a:xfrm rot="16200000">
            <a:off x="4233248" y="3232831"/>
            <a:ext cx="1127449" cy="2123142"/>
          </a:xfrm>
          <a:custGeom>
            <a:avLst/>
            <a:gdLst>
              <a:gd name="csX0" fmla="*/ 563725 w 1127449"/>
              <a:gd name="csY0" fmla="*/ 0 h 2123142"/>
              <a:gd name="csX1" fmla="*/ 596772 w 1127449"/>
              <a:gd name="csY1" fmla="*/ 20933 h 2123142"/>
              <a:gd name="csX2" fmla="*/ 1127449 w 1127449"/>
              <a:gd name="csY2" fmla="*/ 1061571 h 2123142"/>
              <a:gd name="csX3" fmla="*/ 596772 w 1127449"/>
              <a:gd name="csY3" fmla="*/ 2102209 h 2123142"/>
              <a:gd name="csX4" fmla="*/ 563725 w 1127449"/>
              <a:gd name="csY4" fmla="*/ 2123142 h 2123142"/>
              <a:gd name="csX5" fmla="*/ 530678 w 1127449"/>
              <a:gd name="csY5" fmla="*/ 2102209 h 2123142"/>
              <a:gd name="csX6" fmla="*/ 0 w 1127449"/>
              <a:gd name="csY6" fmla="*/ 1061571 h 2123142"/>
              <a:gd name="csX7" fmla="*/ 530678 w 1127449"/>
              <a:gd name="csY7" fmla="*/ 20933 h 21231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27449" h="2123142">
                <a:moveTo>
                  <a:pt x="563725" y="0"/>
                </a:moveTo>
                <a:lnTo>
                  <a:pt x="596772" y="20933"/>
                </a:lnTo>
                <a:cubicBezTo>
                  <a:pt x="916945" y="246460"/>
                  <a:pt x="1127449" y="628384"/>
                  <a:pt x="1127449" y="1061571"/>
                </a:cubicBezTo>
                <a:cubicBezTo>
                  <a:pt x="1127449" y="1494758"/>
                  <a:pt x="916945" y="1876683"/>
                  <a:pt x="596772" y="2102209"/>
                </a:cubicBezTo>
                <a:lnTo>
                  <a:pt x="563725" y="2123142"/>
                </a:lnTo>
                <a:lnTo>
                  <a:pt x="530678" y="2102209"/>
                </a:lnTo>
                <a:cubicBezTo>
                  <a:pt x="210505" y="1876683"/>
                  <a:pt x="0" y="1494758"/>
                  <a:pt x="0" y="1061571"/>
                </a:cubicBezTo>
                <a:cubicBezTo>
                  <a:pt x="0" y="628384"/>
                  <a:pt x="210505" y="246460"/>
                  <a:pt x="530678" y="20933"/>
                </a:cubicBezTo>
                <a:close/>
              </a:path>
            </a:pathLst>
          </a:custGeom>
          <a:solidFill>
            <a:srgbClr val="CC99FF">
              <a:alpha val="7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99916F9-CAD9-E03C-1A06-494C31139948}"/>
              </a:ext>
            </a:extLst>
          </p:cNvPr>
          <p:cNvSpPr/>
          <p:nvPr/>
        </p:nvSpPr>
        <p:spPr>
          <a:xfrm>
            <a:off x="5338187" y="2274571"/>
            <a:ext cx="1127449" cy="2123142"/>
          </a:xfrm>
          <a:custGeom>
            <a:avLst/>
            <a:gdLst>
              <a:gd name="csX0" fmla="*/ 563725 w 1127449"/>
              <a:gd name="csY0" fmla="*/ 0 h 2123142"/>
              <a:gd name="csX1" fmla="*/ 596772 w 1127449"/>
              <a:gd name="csY1" fmla="*/ 20933 h 2123142"/>
              <a:gd name="csX2" fmla="*/ 1127449 w 1127449"/>
              <a:gd name="csY2" fmla="*/ 1061571 h 2123142"/>
              <a:gd name="csX3" fmla="*/ 596772 w 1127449"/>
              <a:gd name="csY3" fmla="*/ 2102209 h 2123142"/>
              <a:gd name="csX4" fmla="*/ 563725 w 1127449"/>
              <a:gd name="csY4" fmla="*/ 2123142 h 2123142"/>
              <a:gd name="csX5" fmla="*/ 530678 w 1127449"/>
              <a:gd name="csY5" fmla="*/ 2102209 h 2123142"/>
              <a:gd name="csX6" fmla="*/ 0 w 1127449"/>
              <a:gd name="csY6" fmla="*/ 1061571 h 2123142"/>
              <a:gd name="csX7" fmla="*/ 530678 w 1127449"/>
              <a:gd name="csY7" fmla="*/ 20933 h 21231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27449" h="2123142">
                <a:moveTo>
                  <a:pt x="563725" y="0"/>
                </a:moveTo>
                <a:lnTo>
                  <a:pt x="596772" y="20933"/>
                </a:lnTo>
                <a:cubicBezTo>
                  <a:pt x="916945" y="246460"/>
                  <a:pt x="1127449" y="628384"/>
                  <a:pt x="1127449" y="1061571"/>
                </a:cubicBezTo>
                <a:cubicBezTo>
                  <a:pt x="1127449" y="1494758"/>
                  <a:pt x="916945" y="1876683"/>
                  <a:pt x="596772" y="2102209"/>
                </a:cubicBezTo>
                <a:lnTo>
                  <a:pt x="563725" y="2123142"/>
                </a:lnTo>
                <a:lnTo>
                  <a:pt x="530678" y="2102209"/>
                </a:lnTo>
                <a:cubicBezTo>
                  <a:pt x="210505" y="1876683"/>
                  <a:pt x="0" y="1494758"/>
                  <a:pt x="0" y="1061571"/>
                </a:cubicBezTo>
                <a:cubicBezTo>
                  <a:pt x="0" y="628384"/>
                  <a:pt x="210505" y="246460"/>
                  <a:pt x="530678" y="20933"/>
                </a:cubicBezTo>
                <a:close/>
              </a:path>
            </a:pathLst>
          </a:custGeom>
          <a:solidFill>
            <a:srgbClr val="CC99FF">
              <a:alpha val="7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25005E6-577E-DA72-DEA1-61DA44FE754D}"/>
              </a:ext>
            </a:extLst>
          </p:cNvPr>
          <p:cNvSpPr/>
          <p:nvPr/>
        </p:nvSpPr>
        <p:spPr>
          <a:xfrm rot="3600000">
            <a:off x="6411403" y="2907747"/>
            <a:ext cx="1127449" cy="2123142"/>
          </a:xfrm>
          <a:custGeom>
            <a:avLst/>
            <a:gdLst>
              <a:gd name="csX0" fmla="*/ 563725 w 1127449"/>
              <a:gd name="csY0" fmla="*/ 0 h 2123142"/>
              <a:gd name="csX1" fmla="*/ 596772 w 1127449"/>
              <a:gd name="csY1" fmla="*/ 20933 h 2123142"/>
              <a:gd name="csX2" fmla="*/ 1127449 w 1127449"/>
              <a:gd name="csY2" fmla="*/ 1061571 h 2123142"/>
              <a:gd name="csX3" fmla="*/ 596772 w 1127449"/>
              <a:gd name="csY3" fmla="*/ 2102209 h 2123142"/>
              <a:gd name="csX4" fmla="*/ 563725 w 1127449"/>
              <a:gd name="csY4" fmla="*/ 2123142 h 2123142"/>
              <a:gd name="csX5" fmla="*/ 530678 w 1127449"/>
              <a:gd name="csY5" fmla="*/ 2102209 h 2123142"/>
              <a:gd name="csX6" fmla="*/ 0 w 1127449"/>
              <a:gd name="csY6" fmla="*/ 1061571 h 2123142"/>
              <a:gd name="csX7" fmla="*/ 530678 w 1127449"/>
              <a:gd name="csY7" fmla="*/ 20933 h 21231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27449" h="2123142">
                <a:moveTo>
                  <a:pt x="563725" y="0"/>
                </a:moveTo>
                <a:lnTo>
                  <a:pt x="596772" y="20933"/>
                </a:lnTo>
                <a:cubicBezTo>
                  <a:pt x="916945" y="246460"/>
                  <a:pt x="1127449" y="628384"/>
                  <a:pt x="1127449" y="1061571"/>
                </a:cubicBezTo>
                <a:cubicBezTo>
                  <a:pt x="1127449" y="1494758"/>
                  <a:pt x="916945" y="1876683"/>
                  <a:pt x="596772" y="2102209"/>
                </a:cubicBezTo>
                <a:lnTo>
                  <a:pt x="563725" y="2123142"/>
                </a:lnTo>
                <a:lnTo>
                  <a:pt x="530678" y="2102209"/>
                </a:lnTo>
                <a:cubicBezTo>
                  <a:pt x="210505" y="1876683"/>
                  <a:pt x="0" y="1494758"/>
                  <a:pt x="0" y="1061571"/>
                </a:cubicBezTo>
                <a:cubicBezTo>
                  <a:pt x="0" y="628384"/>
                  <a:pt x="210505" y="246460"/>
                  <a:pt x="530678" y="20933"/>
                </a:cubicBezTo>
                <a:close/>
              </a:path>
            </a:pathLst>
          </a:custGeom>
          <a:solidFill>
            <a:srgbClr val="CC99FF">
              <a:alpha val="7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EE5B138-2A9A-04E1-3A05-B0A6681085E4}"/>
              </a:ext>
            </a:extLst>
          </p:cNvPr>
          <p:cNvSpPr/>
          <p:nvPr/>
        </p:nvSpPr>
        <p:spPr>
          <a:xfrm rot="18000000">
            <a:off x="4252285" y="2897667"/>
            <a:ext cx="1127449" cy="2123142"/>
          </a:xfrm>
          <a:custGeom>
            <a:avLst/>
            <a:gdLst>
              <a:gd name="csX0" fmla="*/ 563725 w 1127449"/>
              <a:gd name="csY0" fmla="*/ 0 h 2123142"/>
              <a:gd name="csX1" fmla="*/ 596772 w 1127449"/>
              <a:gd name="csY1" fmla="*/ 20933 h 2123142"/>
              <a:gd name="csX2" fmla="*/ 1127449 w 1127449"/>
              <a:gd name="csY2" fmla="*/ 1061571 h 2123142"/>
              <a:gd name="csX3" fmla="*/ 596772 w 1127449"/>
              <a:gd name="csY3" fmla="*/ 2102209 h 2123142"/>
              <a:gd name="csX4" fmla="*/ 563725 w 1127449"/>
              <a:gd name="csY4" fmla="*/ 2123142 h 2123142"/>
              <a:gd name="csX5" fmla="*/ 530678 w 1127449"/>
              <a:gd name="csY5" fmla="*/ 2102209 h 2123142"/>
              <a:gd name="csX6" fmla="*/ 0 w 1127449"/>
              <a:gd name="csY6" fmla="*/ 1061571 h 2123142"/>
              <a:gd name="csX7" fmla="*/ 530678 w 1127449"/>
              <a:gd name="csY7" fmla="*/ 20933 h 21231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27449" h="2123142">
                <a:moveTo>
                  <a:pt x="563725" y="0"/>
                </a:moveTo>
                <a:lnTo>
                  <a:pt x="596772" y="20933"/>
                </a:lnTo>
                <a:cubicBezTo>
                  <a:pt x="916945" y="246460"/>
                  <a:pt x="1127449" y="628384"/>
                  <a:pt x="1127449" y="1061571"/>
                </a:cubicBezTo>
                <a:cubicBezTo>
                  <a:pt x="1127449" y="1494758"/>
                  <a:pt x="916945" y="1876683"/>
                  <a:pt x="596772" y="2102209"/>
                </a:cubicBezTo>
                <a:lnTo>
                  <a:pt x="563725" y="2123142"/>
                </a:lnTo>
                <a:lnTo>
                  <a:pt x="530678" y="2102209"/>
                </a:lnTo>
                <a:cubicBezTo>
                  <a:pt x="210505" y="1876683"/>
                  <a:pt x="0" y="1494758"/>
                  <a:pt x="0" y="1061571"/>
                </a:cubicBezTo>
                <a:cubicBezTo>
                  <a:pt x="0" y="628384"/>
                  <a:pt x="210505" y="246460"/>
                  <a:pt x="530678" y="20933"/>
                </a:cubicBezTo>
                <a:close/>
              </a:path>
            </a:pathLst>
          </a:custGeom>
          <a:solidFill>
            <a:srgbClr val="CC99FF">
              <a:alpha val="7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152ED5-F089-45EB-7AE0-728F551368CC}"/>
              </a:ext>
            </a:extLst>
          </p:cNvPr>
          <p:cNvSpPr txBox="1"/>
          <p:nvPr/>
        </p:nvSpPr>
        <p:spPr>
          <a:xfrm>
            <a:off x="4357823" y="1378159"/>
            <a:ext cx="300144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lang="en-IN" sz="4400" dirty="0"/>
              <a:t>Thank You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CDA08D-AA8F-F5C0-B06C-7EE5FCF7AED7}"/>
              </a:ext>
            </a:extLst>
          </p:cNvPr>
          <p:cNvSpPr/>
          <p:nvPr/>
        </p:nvSpPr>
        <p:spPr>
          <a:xfrm>
            <a:off x="5789483" y="4371122"/>
            <a:ext cx="63500" cy="1943100"/>
          </a:xfrm>
          <a:prstGeom prst="rect">
            <a:avLst/>
          </a:prstGeom>
          <a:solidFill>
            <a:schemeClr val="accent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55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488</Words>
  <Application>Microsoft Office PowerPoint</Application>
  <PresentationFormat>Widescreen</PresentationFormat>
  <Paragraphs>95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Agency FB</vt:lpstr>
      <vt:lpstr>Aptos</vt:lpstr>
      <vt:lpstr>Arial</vt:lpstr>
      <vt:lpstr>Calibri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lucky</dc:creator>
  <cp:keywords/>
  <dc:description>generated using python-pptx</dc:description>
  <cp:lastModifiedBy>charanmurala18@outlook.com</cp:lastModifiedBy>
  <cp:revision>13</cp:revision>
  <dcterms:created xsi:type="dcterms:W3CDTF">2013-01-27T09:14:16Z</dcterms:created>
  <dcterms:modified xsi:type="dcterms:W3CDTF">2026-09-15T10:14:05Z</dcterms:modified>
  <cp:category/>
</cp:coreProperties>
</file>